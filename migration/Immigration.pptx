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0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2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4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8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2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78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5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83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3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3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83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8283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58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62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41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22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6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36B1D5-9E1A-48C0-967B-69F993E2477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Status of Immigration: A Case Study of </a:t>
            </a:r>
            <a:r>
              <a:rPr lang="en-US" dirty="0" err="1"/>
              <a:t>Shankharapur</a:t>
            </a:r>
            <a:r>
              <a:rPr lang="en-US" dirty="0"/>
              <a:t> Municipality Ward 9, </a:t>
            </a:r>
            <a:r>
              <a:rPr lang="en-US" dirty="0" err="1"/>
              <a:t>Sankhu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	Thesis Proposal presentation- December 2025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b="1" dirty="0" smtClean="0"/>
              <a:t>Kristal </a:t>
            </a:r>
            <a:r>
              <a:rPr lang="en-US" sz="2400" b="1" dirty="0" err="1" smtClean="0"/>
              <a:t>Suwal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	M.A. Rural Development , 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b="1" dirty="0" err="1" smtClean="0"/>
              <a:t>Bhaktapur</a:t>
            </a:r>
            <a:r>
              <a:rPr lang="en-US" sz="2400" b="1" dirty="0" smtClean="0"/>
              <a:t> Multiple Campus, 	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b="1" dirty="0" err="1" smtClean="0"/>
              <a:t>Tribhuvan</a:t>
            </a:r>
            <a:r>
              <a:rPr lang="en-US" sz="2400" b="1" dirty="0" smtClean="0"/>
              <a:t> University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84470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Introduction - Background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469986"/>
            <a:ext cx="107480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Defining Migration: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major component of population change driven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socio-economic factors, affecting the size, structure, and social characteristics of both origin and destination points.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Migration: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Movement within a country (rural-to-rural, rural-to-urban, etc.).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International: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Movement across national borders (immigration and emigration).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Nepal’s Context: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Historical shifts from hills to the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Terai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began after malaria eradication; currently,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infrastructural development and social services drive rapid movement to urban centers like Kathmandu</a:t>
            </a:r>
          </a:p>
        </p:txBody>
      </p:sp>
    </p:spTree>
    <p:extLst>
      <p:ext uri="{BB962C8B-B14F-4D97-AF65-F5344CB8AC3E}">
        <p14:creationId xmlns:p14="http://schemas.microsoft.com/office/powerpoint/2010/main" val="1074878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 smtClean="0"/>
              <a:t>Statement </a:t>
            </a:r>
            <a:r>
              <a:rPr lang="en-US" b="1" dirty="0"/>
              <a:t>of the Problem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721971" y="1469986"/>
            <a:ext cx="107480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Pressure: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Shankharapur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Municipality Ward 9 is a developing area 			near Kathmandu experiencing a continuous flow of in-				migration.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Unknown Consequences: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the causes of migration are often 					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identifiable, the specific qualitative 						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consequences (positive or negative) on the 					    destination area require sensible research.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Questions: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What factors keep people migrating?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What are the specific "pull factors" for Ward 9?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What are the trends, causes, and consequences of this movement?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06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Objectives of the Study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762314"/>
            <a:ext cx="107480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Objective: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assess the status, trends, causes, and consequences of immigration in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Shankharapur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Municipality Ward 9.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 Objectives: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1. To identify 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causes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immigration.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2. To analyze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 migration trends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3.To examine 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socio-economic consequences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immigration in the 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	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area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6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Rationale of the Study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682349"/>
            <a:ext cx="1074805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Theoretical Significance: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Contributes to existing literature by examining demographic trends and underlying drivers of immigration in a local context.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Significance: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practical insights for planners and policymakers to design targeted interventions and improve living conditions.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Development: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Identifies new perspectives to enhance public participation and accelerate urban development in the ward.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Value: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Serves as a foundation and reference for future researchers in the field of migration and rural development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081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Research Design &amp; Methodology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313018"/>
            <a:ext cx="107480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Design: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Employs both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descriptive and exploratory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designs to investigate the "how" and "why" of in-migration.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 of Data: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Collected via field observations and interviews.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Secondary: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Sourced from libraries, published articles, CBS records, and 		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municipal documents.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Area &amp; Population: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Shankharapur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Municipality Ward 9, which contains 87 households selected for the study.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Sampling Technique: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sampling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used to select the ward, while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purposive method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will be used to draw samples from the population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70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Data Collection &amp; Analysis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313019"/>
            <a:ext cx="107480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for Collection: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to assess social status, community participation, and the relationship between migrants and residents.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Unstructured Interviews: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Divided into sections covering demographics, reasons for moving, socio-economic variables, and consequences.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qualitative and quantitative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will be used; qualitative findings will be presented in tabular forms.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Ethical Considerations: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Obtaining formal approval from the ward office, securing verbal consent from participants, and maintaining strict confidentiality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266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Limitations of the Study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2051682"/>
            <a:ext cx="107480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 Focus: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study is confined to Ward 9, which may restrict the generalization of findings to other regions.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&amp; Time: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Constraints on time and financial resources limited the sample size and the ability to cover temporary or seasonal migrants extensively.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Reliability: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Results depend on the honesty of respondents, who may be reluctant to share sensitive socio-economic information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2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Conclusion &amp; Expected Outcomes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354236"/>
            <a:ext cx="10748058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 for Planning: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study intends to bridge the gap between macro-level migration theories and local-level realities in Ward 9.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Integrative Approach: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combining demographic, socio-economic, and policy perspectives, the research will provide a comprehensive view of how immigration shapes rural-urban transition.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Goal: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provide evidence-based recommendations that support sustainable integration and infrastructure planning at the ward level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36804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73</TotalTime>
  <Words>511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Tw Cen MT</vt:lpstr>
      <vt:lpstr>Wingdings</vt:lpstr>
      <vt:lpstr>Droplet</vt:lpstr>
      <vt:lpstr>Status of Immigration: A Case Study of Shankharapur Municipality Ward 9, Sankhu</vt:lpstr>
      <vt:lpstr>Introduction - Background</vt:lpstr>
      <vt:lpstr>Statement of the Problem</vt:lpstr>
      <vt:lpstr>Objectives of the Study</vt:lpstr>
      <vt:lpstr>Rationale of the Study</vt:lpstr>
      <vt:lpstr>Research Design &amp; Methodology</vt:lpstr>
      <vt:lpstr>Data Collection &amp; Analysis</vt:lpstr>
      <vt:lpstr>Limitations of the Study</vt:lpstr>
      <vt:lpstr>Conclusion &amp; Expected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of Immigration: A Case Study of Shankharapur Municipality Ward 9, Sankhu</dc:title>
  <dc:creator>DELL</dc:creator>
  <cp:lastModifiedBy>DELL</cp:lastModifiedBy>
  <cp:revision>14</cp:revision>
  <dcterms:created xsi:type="dcterms:W3CDTF">2025-12-20T14:56:50Z</dcterms:created>
  <dcterms:modified xsi:type="dcterms:W3CDTF">2025-12-20T16:10:39Z</dcterms:modified>
</cp:coreProperties>
</file>